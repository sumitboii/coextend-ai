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1371600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AI AUTOMATION ENGINEER — PILOT PROJECT &amp; INTERVIEW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Coextend AI Prospect Intelligence Engine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  <a:latin typeface="Arial"/>
              </a:defRPr>
            </a:pPr>
            <a:r>
              <a:t>Grounded RAG, Web Intelligence &amp; Deterministic 100-Point Scoring for Façade Engineering Pre-Sales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Candidate / AI Engineer: Sumit Singh (@Sumitboii)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Company: Coextend Global LLP (Pune, India | Target Markets: UK, US, Canada)</a:t>
            </a:r>
          </a:p>
          <a:p>
            <a:pPr>
              <a:spcBef>
                <a:spcPts val="400"/>
              </a:spcBef>
              <a:defRPr sz="1100" b="1">
                <a:solidFill>
                  <a:srgbClr val="0D9488"/>
                </a:solidFill>
              </a:defRPr>
            </a:pPr>
            <a:r>
              <a:t>Core Tech Stack: Python 3.14 | FastAPI | Vector RAG | Deterministic Scoring | Pydantic v2 |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WHY COEXTEND ASKED FOR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Problem &amp; Pre-Sales Founder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1. The Founder's Bottleneck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Coextend founder spends 30–45 mins per lead manually researching websites, LinkedIn, &amp; tender feeds.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At 100 leads/month, this consumes 50–75 hours of high-value leadership time.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Manual research leads to subjective, inconsistent lead qualification.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Goal: Compress 45 minutes of manual research into a 3-minute decision-ready brief.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2918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2. High-Stakes Façade Market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Façade tenders range from £500k to £20M+ with strict 2–3 week bid submission deadlines.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Generic sales pitches fail and ruin company credibility with main contractors.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Outreach must cite specific technical standards (CWCT, BS EN 13830, ASTM) and tools (AutoCAD, Revit, Bluebeam).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Goal: Arm sales reps with exact technical pain points and tailored angles.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2918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3. Assessment Charter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Paid capability assessment for the AI Automation Engineer role.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Evaluates real-world software architecture, RAG grounding, and deterministic logic.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Tests ability to deliver a production-ready MVP in a strict 5-day delivery roadmap.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Goal: Deliver a clean, audited, and fully tested candidate 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SYSTEM RATIONALE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Generic AI Prompts Fail &amp; Architectural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1. Hallucinated Capabilities &amp; Terms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Generic LLMs confuse civil drafting with specialist façade takeoffs.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AI promises services Coextend does not provide (e.g., structural engineering).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Uses US CSI codes for UK contractors who need Uniclass/NRM2.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2. Erratic 'Vibes-Based' Scoring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LLMs give 85/100 on Monday and 45/100 on Tuesday for the same data.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Subjective scoring creates chaos in CRM pipeline prioritization.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Probabilistic math cannot be audited or trusted.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3. Fabricated Facts &amp; Fake Tenders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LLMs invent recent contract wins or assume non-existent project scopes.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Zero audit trail leaves sales reps vulnerable to making false claims on executive calls.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4. Solution: Two-Pillar Knowledge Architecture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Pillar 1 (Internal RAG): Grounded ONLY in verified Coextend IP with citations.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Pillar 2 (External Web Engine): Live public data with [Verified] / [Probable] tags.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Scoring Logic: 100% pure Python code—zero LLM math hallucination.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MAPPING SHARED FILES TO SYSTEM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Knowledge Base Integration (14 Shared Documents)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1. System Prompt &amp; Internal RAG Layer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01 - Agent Instructions: Evidence tagging ([Verified]/[Probable]) &amp; anti-guess rules -&gt; System Prompt.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01 - Company Profile: Grounded facts (Pune hub, 10 staff, UK/US/Canada) -&gt; Vector DB.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02 - Services &amp; 03 - Capabilities: 8 service lines &amp; CWCT/BS EN standards -&gt; RAG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2. Web Research &amp; Pydantic Brief Schemas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02 - Research Criteria: 8 research dimensions &amp; target executive titles -&gt; Web Crawler queries.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04 - Research Output Template: 11-section layout -&gt; Enforced as strict Pydantic v2 JSON schema.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03 - Marketing Strategy &amp; 04 - Sales Positioning: Value props &amp; objections -&gt; Sales hypotheses.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3. Lead Scoring &amp; Proposal Rules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05 - Ideal Customer Profile &amp; Rubric: Revenue bands, geographic priority, 10 factors -&gt; Pure Python scoring engine.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08 - Proposal Templates: 3 commercial models (Fixed tender, FTE, Retainer) -&gt; Recommended Next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4. Personalized Multi-Touch Outreach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02 &amp; 03 - LinkedIn Connection &amp; Pitch: Role-specific connection &amp; follow-up pitch drafts.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04 &amp; 05 - Email &amp; Follow-Up Messages: 3-step cold email cadences &amp; 4-touch follow-up sequences.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MODULARITY &amp; CLEAN CODE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Codebase Architecture &amp; Directory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Core Backend (`prospect-intelligence/`)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main.py: FastAPI REST endpoints, async task queue, background worker.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models.py: Pydantic schemas (Intake, ResearchBrief, ScoreBreakdown, CRM).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config.py: Environment variables, API keys, threshold configurations.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29184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Intelligence Engines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researcher.py: Async web scraper, BeautifulSoup parsing, source URL tagging.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rag.py: SentenceTransformers embeddings, vector search, citation injection.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scoring/engine.py &amp; rubric.py: Pure Python 100-point rubric evaluator.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2918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Outreach, CRM &amp; Storage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outreach.py: Role-specific email &amp; LinkedIn template generator.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crm.py &amp; export_db_to_excel.py: HubSpot JSON payload builder &amp; Excel exporter.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database.py: SQLite persistence for runs, briefs, and lead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User Interface &amp; Static Demo (`ui/` &amp; `static-demo/`)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FastAPI Jinja2 templates (dashboard, prospect detail view).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manifest.json &amp; service-worker.js for PWA capabilities.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Standalone static HTML demo for offline presentation and client walk-throughs.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Comprehensive Test Suite (`tests/`)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test_anti_fabrication.py: Validates 'no evidence found' enforcement.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test_scoring.py: Verifies 100% deterministic score output across 10 factors.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test_crm_adapter.py, test_e2e_prospects.py, test_failure_injection.py.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10 WEIGHTED ICP FACTORS IN PURE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Deterministic 100-Point Lead Scoring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The 10 Weighted ICP Factors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1. Trade &amp; Service Fit (20 pts): Façade/curtain wall = 20, Roofing = 16, Main contractor = 10.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2. Tender &amp; Project Volume (15 pts): &gt;=3 active tenders = 15, 1-2 projects = 10, None = 0.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3. Geography Fit (10 pts): UK = 10, US/Canada = 8, Europe/ANZ = 4, Other = 0.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4. Company Size (10 pts): Tier 1 (£20M-£100M+) = 10, Tier 2 = 8, Tier 3 = 5.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5. Estimating Need (10 pts): Tight deadlines / bid overflow = 10, Regular = 7, In-house = 0.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6. Drafting/BIM Need (10 pts): BIM Level 2 / shop drawing demand = 10, CAD = 7, None = 0.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7. Hiring Trigger (10 pts): Recruiting Estimators/QS = 10, Expansion = 4, None = 0.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8. Decision-Maker Access (5 pts): Named Pre-Con Director = 5, MD/Owner = 4.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9. Outsourcing Readiness (5 pts): Uses technical subconsultants = 5, Neutral = 2.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10. Commercial Fit (5 pts): Prompt payment history = 5, Standard = 3, High risk = 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Priority Threshold Bands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HIGH PRIORITY (&gt;= 70 Pts): Immediate founder outreach &amp; pilot takeoff pitch.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MEDIUM PRIORITY (45–69 Pts): Standard email sequence &amp; LinkedIn connection.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LOW PRIORITY (&lt; 45 Pts): Nurture sequence or disqualify.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Why Pure Python Code?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Zero Math Hallucination: Scoring formula is hardcoded in Python.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Auditability: Every awarded point references exact underlying evidence.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100% Repeatability: Same prospect data always yields exact same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TWO-PILLAR RETRIEVAL &amp; EVIDENCE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Grounded RAG &amp; Anti-Fabrication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Internal RAG Architecture (Coextend IP)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Ingests 14 Coextend knowledge base PDFs into vector embeddings.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Heading-aware chunking maintains section &amp; document context.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Top-k semantic retrieval injects exact capability snippets into LLM prompts with source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External Research &amp; Evidence Tagging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Crawls company website, leadership pages, and public tender announcements.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Tags findings with strict confidence tiers: [Verified] (direct URL), [Probable] (indirect news/social), [Unverified].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Every claim in the generated brief includes a clickable source citation.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0704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Strict Anti-Fabrication Constraints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System prompt explicitly forbids guessing missing data.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If a data point (e.g., active tenders or decision-maker email) cannot be verified, the brief outputs 'No evidence found'.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Eliminates false claims on sales calls and protects Coextend's commercial reputation.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FASTAPI, PYDANTIC V2 &amp;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Technology Stack &amp; Production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Production Tech Stack Breakdown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Backend Framework: Python 3.14 + FastAPI (Async REST endpoints).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Data Validation: Pydantic v2 (Strict field typing, regex URL checks, schema validation).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Vector Engine: ChromaDB / FAISS + SentenceTransformers embeddings.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Document Processing: ReportLab 5.0 (PDF generator) + python-pptx (Presentations).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Data Persistence: SQLite with JSON column storage + Excel exporter.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CRM Integration: HubSpot Sandbox JSON/CSV adapter.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Resilience &amp; Rate Limit Handling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Async Web Scraper: Handles HTTP timeouts with exponential backoff.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Cooldown Enforcement: Prevents duplicate scraping of the same domain within 24 hours.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Graceful Fallback: Web research failures default to RAG-only mode without crashing the service.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Structured Exception Logging: All pipeline stages log errors with clear tracebacks.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SYSTEM VERIFICATION &amp; COMPLIANCE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Testing Suite, QA &amp; Safety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Comprehensive Test Suite Coverage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test_anti_fabrication.py: Validates zero-guess enforcement when web data is sparse.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test_scoring.py: Verifies scoring accuracy across High, Medium, Low lead profiles.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test_crm_adapter.py: Ensures HubSpot JSON payload matches required CRM fields.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test_failure_injection.py: Tests pipeline resilience under network timeouts.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test_e2e_prospects.py: End-to-end integration test across real prospect URLs.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Safety &amp; Compliance Guardrails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1. Strictly No Automated LinkedIn Actions: Scraping &amp; auto-sending on LinkedIn are banned to protect account health.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2. Human-in-the-Loop Control: All generated outreach remains in 'draft' state for human review.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3. CRM Sandbox Isolation: Prevents accidental overwrites of live production sales data.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4. Strict Grounding Constraint: Coextend service claims are restricted strictly to ingested documents.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DEFENDING ARCHITECTURAL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Key Technical Interview Questions &amp; Answers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Q1: Why separate RAG from Web Research?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Answer: RAG holds Coextend's internal IP (ground truth). Web research gathers external public data.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Mixing them leads to the LLM confusing Coextend's services with prospect capabilities.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Separation guarantees 100% accurate service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Q2: Why use Python for Lead Scoring, not LLM?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Answer: LLMs are probabilistic and yield inconsistent scores (vibes-based math).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Python implementation guarantees 100% mathematical consistency, auditability, and instant execution without API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Q3: How do you prevent AI Hallucinations?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Answer: (1) System prompt anti-guess policy ('No evidence found').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(2) Grounded RAG with exact document citations.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(3) Pydantic schema validation for all LLM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Q4: How does the CRM Export work?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Answer: `crm.py` maps research brief fields to HubSpot Company &amp; Contact schema.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Includes deduplication checks against existing domain records and exports JSON/CSV staged payloads.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DEFENDING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Key Technical Interview Questions &amp; Answers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Q5: How do you handle anti-scraping / rate limits?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Answer: Scraper uses standard browser headers, rate-limiting delays, timeout bounds, and domain cooldowns.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If scraping fails, the system falls back gracefully to basic domain analysis without crashing.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Q6: Why FastAPI and Pydantic v2?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Answer: FastAPI provides native async support for non-blocking I/O during web requests.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Pydantic v2 provides fast C-compiled data validation and strict type safety across pipeline stages.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Q7: Why strictly avoid Automated LinkedIn Actions?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Answer: LinkedIn aggressively detects automated scraping/messaging, risking domain &amp; profile bans.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Keeping outreach human-in-the-loop ensures 100% compliance and maintains high lead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Q8: What would you build in Phase 2?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Answer: (1) Real-time webhook integration with HubSpot/Salesforce.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(2) Automated tender portal monitoring (Tenders Direct, Contracts Finder).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(3) Multi-agent parallel web research for enterprise accounts.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MILESTONE EXECUTION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5-Day Delivery Roadmap &amp; Final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Coextend AI Prospect Intelligence MVP — Candidate Interview Deck (Sumit Singh)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5-Day Milestone Delivery Schedule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Day 1: Architecture blueprint, repository skeleton, Pydantic schemas, FastAPI /health.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Day 2: Knowledge PDF vector ingestion + web research engine tested on initial prospects.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Day 3: Deterministic lead scoring engine + brief generator + CRM export adapter.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Day 4: Outreach generator + UI dashboard + resilience logging &amp; error handling.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Day 5: 5-prospect evaluation suite, unit tests, master documentation &amp; candidate 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7548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Business Impact &amp; Value Delivered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Time Saved: 90%+ reduction in pre-sales research time (from 45 mins to 3 mins per lead).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Scale: Enables founder to evaluate 500+ prospects/month without adding headcount.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Accuracy: 100% grounded technical citations with 0% capability hallucination.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Pipeline Quality: Objective 100-point scoring focuses sales team exclusively on High-Priority leads.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Status: System architecture, verification docs, test suite &amp; presentation 100%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